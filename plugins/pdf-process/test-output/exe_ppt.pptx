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620000" cy="50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20000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20000" cy="50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